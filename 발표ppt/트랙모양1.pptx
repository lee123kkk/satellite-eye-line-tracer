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174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2T10:59:58.331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23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37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443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979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82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77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55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62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32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1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54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E6127-4C6F-48DE-845C-FFAF1480DB96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285EF-A25B-43D0-AFEA-9A6B004008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73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4076700" y="5835894"/>
            <a:ext cx="212187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 flipV="1">
            <a:off x="6198577" y="5219700"/>
            <a:ext cx="459398" cy="61619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6562725" y="2762250"/>
            <a:ext cx="95250" cy="244499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V="1">
            <a:off x="5886450" y="2778369"/>
            <a:ext cx="723900" cy="505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5596487" y="2543175"/>
            <a:ext cx="351326" cy="2857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V="1">
            <a:off x="5572125" y="1962150"/>
            <a:ext cx="1038225" cy="57296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6562725" y="1718898"/>
            <a:ext cx="0" cy="24325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4429125" y="1718898"/>
            <a:ext cx="214202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4429125" y="1672370"/>
            <a:ext cx="28575" cy="92868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429125" y="2601058"/>
            <a:ext cx="38100" cy="191379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4076700" y="4441214"/>
            <a:ext cx="390526" cy="139468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571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</cp:revision>
  <dcterms:created xsi:type="dcterms:W3CDTF">2026-04-22T02:04:57Z</dcterms:created>
  <dcterms:modified xsi:type="dcterms:W3CDTF">2026-04-22T02:49:54Z</dcterms:modified>
</cp:coreProperties>
</file>